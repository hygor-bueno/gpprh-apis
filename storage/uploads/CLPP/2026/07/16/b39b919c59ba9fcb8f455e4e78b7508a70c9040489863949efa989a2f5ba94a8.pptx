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9"/>
    </p:embeddedFont>
    <p:embeddedFont>
      <p:font typeface="Arial Bold Italics" charset="1" panose="020B0704020202090204"/>
      <p:regular r:id="rId25"/>
    </p:embeddedFont>
    <p:embeddedFont>
      <p:font typeface="Arial Italics" charset="1" panose="020B06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http://gigpp.com.br:73/login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7478"/>
            <a:ext cx="18283323" cy="10383117"/>
            <a:chOff x="0" y="0"/>
            <a:chExt cx="24377764" cy="138441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777" cy="13844143"/>
            </a:xfrm>
            <a:custGeom>
              <a:avLst/>
              <a:gdLst/>
              <a:ahLst/>
              <a:cxnLst/>
              <a:rect r="r" b="b" t="t" l="l"/>
              <a:pathLst>
                <a:path h="13844143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13844143"/>
                  </a:lnTo>
                  <a:lnTo>
                    <a:pt x="0" y="13844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1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50107" y="6913426"/>
            <a:ext cx="7557506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b="true" sz="27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ENCOMENDAS PEG PESE</a:t>
            </a:r>
          </a:p>
          <a:p>
            <a:pPr algn="ctr">
              <a:lnSpc>
                <a:spcPts val="4860"/>
              </a:lnSpc>
            </a:pPr>
            <a:r>
              <a:rPr lang="en-US" sz="2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Migração para plataforma GIPP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74799" y="23889"/>
            <a:ext cx="6215891" cy="1042200"/>
            <a:chOff x="0" y="0"/>
            <a:chExt cx="8287855" cy="138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7852" cy="1389604"/>
            </a:xfrm>
            <a:custGeom>
              <a:avLst/>
              <a:gdLst/>
              <a:ahLst/>
              <a:cxnLst/>
              <a:rect r="r" b="b" t="t" l="l"/>
              <a:pathLst>
                <a:path h="1389604" w="8287852">
                  <a:moveTo>
                    <a:pt x="0" y="0"/>
                  </a:moveTo>
                  <a:lnTo>
                    <a:pt x="8287852" y="0"/>
                  </a:lnTo>
                  <a:lnTo>
                    <a:pt x="8287852" y="1389604"/>
                  </a:lnTo>
                  <a:lnTo>
                    <a:pt x="0" y="13896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212" r="0" b="-6621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287855" cy="138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36373" y="213524"/>
            <a:ext cx="4328191" cy="662928"/>
            <a:chOff x="0" y="0"/>
            <a:chExt cx="1139935" cy="174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9935" cy="174598"/>
            </a:xfrm>
            <a:custGeom>
              <a:avLst/>
              <a:gdLst/>
              <a:ahLst/>
              <a:cxnLst/>
              <a:rect r="r" b="b" t="t" l="l"/>
              <a:pathLst>
                <a:path h="174598" w="1139935">
                  <a:moveTo>
                    <a:pt x="30408" y="0"/>
                  </a:moveTo>
                  <a:lnTo>
                    <a:pt x="1109527" y="0"/>
                  </a:lnTo>
                  <a:cubicBezTo>
                    <a:pt x="1126321" y="0"/>
                    <a:pt x="1139935" y="13614"/>
                    <a:pt x="1139935" y="30408"/>
                  </a:cubicBezTo>
                  <a:lnTo>
                    <a:pt x="1139935" y="144190"/>
                  </a:lnTo>
                  <a:cubicBezTo>
                    <a:pt x="1139935" y="152255"/>
                    <a:pt x="1136731" y="159989"/>
                    <a:pt x="1131029" y="165692"/>
                  </a:cubicBezTo>
                  <a:cubicBezTo>
                    <a:pt x="1125326" y="171395"/>
                    <a:pt x="1117592" y="174598"/>
                    <a:pt x="1109527" y="174598"/>
                  </a:cubicBezTo>
                  <a:lnTo>
                    <a:pt x="30408" y="174598"/>
                  </a:lnTo>
                  <a:cubicBezTo>
                    <a:pt x="22343" y="174598"/>
                    <a:pt x="14609" y="171395"/>
                    <a:pt x="8906" y="165692"/>
                  </a:cubicBezTo>
                  <a:cubicBezTo>
                    <a:pt x="3204" y="159989"/>
                    <a:pt x="0" y="152255"/>
                    <a:pt x="0" y="144190"/>
                  </a:cubicBezTo>
                  <a:lnTo>
                    <a:pt x="0" y="30408"/>
                  </a:lnTo>
                  <a:cubicBezTo>
                    <a:pt x="0" y="22343"/>
                    <a:pt x="3204" y="14609"/>
                    <a:pt x="8906" y="8906"/>
                  </a:cubicBezTo>
                  <a:cubicBezTo>
                    <a:pt x="14609" y="3204"/>
                    <a:pt x="22343" y="0"/>
                    <a:pt x="30408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39935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sz="2474" spc="-2" b="true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Tela de acesso a plataforma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36373" y="1208772"/>
            <a:ext cx="15359545" cy="8639744"/>
          </a:xfrm>
          <a:custGeom>
            <a:avLst/>
            <a:gdLst/>
            <a:ahLst/>
            <a:cxnLst/>
            <a:rect r="r" b="b" t="t" l="l"/>
            <a:pathLst>
              <a:path h="8639744" w="15359545">
                <a:moveTo>
                  <a:pt x="0" y="0"/>
                </a:moveTo>
                <a:lnTo>
                  <a:pt x="15359546" y="0"/>
                </a:lnTo>
                <a:lnTo>
                  <a:pt x="15359546" y="8639745"/>
                </a:lnTo>
                <a:lnTo>
                  <a:pt x="0" y="863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905093" y="1306199"/>
            <a:ext cx="3182927" cy="2319561"/>
            <a:chOff x="0" y="0"/>
            <a:chExt cx="838302" cy="610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8302" cy="610913"/>
            </a:xfrm>
            <a:custGeom>
              <a:avLst/>
              <a:gdLst/>
              <a:ahLst/>
              <a:cxnLst/>
              <a:rect r="r" b="b" t="t" l="l"/>
              <a:pathLst>
                <a:path h="610913" w="838302">
                  <a:moveTo>
                    <a:pt x="51079" y="0"/>
                  </a:moveTo>
                  <a:lnTo>
                    <a:pt x="787223" y="0"/>
                  </a:lnTo>
                  <a:cubicBezTo>
                    <a:pt x="815433" y="0"/>
                    <a:pt x="838302" y="22869"/>
                    <a:pt x="838302" y="51079"/>
                  </a:cubicBezTo>
                  <a:lnTo>
                    <a:pt x="838302" y="559834"/>
                  </a:lnTo>
                  <a:cubicBezTo>
                    <a:pt x="838302" y="588044"/>
                    <a:pt x="815433" y="610913"/>
                    <a:pt x="787223" y="610913"/>
                  </a:cubicBezTo>
                  <a:lnTo>
                    <a:pt x="51079" y="610913"/>
                  </a:lnTo>
                  <a:cubicBezTo>
                    <a:pt x="22869" y="610913"/>
                    <a:pt x="0" y="588044"/>
                    <a:pt x="0" y="559834"/>
                  </a:cubicBezTo>
                  <a:lnTo>
                    <a:pt x="0" y="51079"/>
                  </a:lnTo>
                  <a:cubicBezTo>
                    <a:pt x="0" y="22869"/>
                    <a:pt x="22869" y="0"/>
                    <a:pt x="51079" y="0"/>
                  </a:cubicBezTo>
                  <a:close/>
                </a:path>
              </a:pathLst>
            </a:custGeom>
            <a:solidFill>
              <a:srgbClr val="F3F4F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38302" cy="620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Acessos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Usuário: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Nome da loja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Senha: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12345678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 de acesso: </a:t>
              </a:r>
              <a:r>
                <a:rPr lang="en-US" b="true" sz="2000" u="sng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  <a:hlinkClick r:id="rId7" tooltip="http://gigpp.com.br:73/login"/>
                </a:rPr>
                <a:t>GIPP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74799" y="23889"/>
            <a:ext cx="6215891" cy="1042200"/>
            <a:chOff x="0" y="0"/>
            <a:chExt cx="8287855" cy="138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7852" cy="1389604"/>
            </a:xfrm>
            <a:custGeom>
              <a:avLst/>
              <a:gdLst/>
              <a:ahLst/>
              <a:cxnLst/>
              <a:rect r="r" b="b" t="t" l="l"/>
              <a:pathLst>
                <a:path h="1389604" w="8287852">
                  <a:moveTo>
                    <a:pt x="0" y="0"/>
                  </a:moveTo>
                  <a:lnTo>
                    <a:pt x="8287852" y="0"/>
                  </a:lnTo>
                  <a:lnTo>
                    <a:pt x="8287852" y="1389604"/>
                  </a:lnTo>
                  <a:lnTo>
                    <a:pt x="0" y="13896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212" r="0" b="-6621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287855" cy="138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41976" y="1224697"/>
            <a:ext cx="15199650" cy="8549803"/>
          </a:xfrm>
          <a:custGeom>
            <a:avLst/>
            <a:gdLst/>
            <a:ahLst/>
            <a:cxnLst/>
            <a:rect r="r" b="b" t="t" l="l"/>
            <a:pathLst>
              <a:path h="8549803" w="15199650">
                <a:moveTo>
                  <a:pt x="0" y="0"/>
                </a:moveTo>
                <a:lnTo>
                  <a:pt x="15199650" y="0"/>
                </a:lnTo>
                <a:lnTo>
                  <a:pt x="15199650" y="8549803"/>
                </a:lnTo>
                <a:lnTo>
                  <a:pt x="0" y="8549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84146" y="222939"/>
            <a:ext cx="4312267" cy="662928"/>
            <a:chOff x="0" y="0"/>
            <a:chExt cx="1135741" cy="1745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5741" cy="174598"/>
            </a:xfrm>
            <a:custGeom>
              <a:avLst/>
              <a:gdLst/>
              <a:ahLst/>
              <a:cxnLst/>
              <a:rect r="r" b="b" t="t" l="l"/>
              <a:pathLst>
                <a:path h="174598" w="1135741">
                  <a:moveTo>
                    <a:pt x="30521" y="0"/>
                  </a:moveTo>
                  <a:lnTo>
                    <a:pt x="1105221" y="0"/>
                  </a:lnTo>
                  <a:cubicBezTo>
                    <a:pt x="1113315" y="0"/>
                    <a:pt x="1121078" y="3216"/>
                    <a:pt x="1126802" y="8939"/>
                  </a:cubicBezTo>
                  <a:cubicBezTo>
                    <a:pt x="1132526" y="14663"/>
                    <a:pt x="1135741" y="22426"/>
                    <a:pt x="1135741" y="30521"/>
                  </a:cubicBezTo>
                  <a:lnTo>
                    <a:pt x="1135741" y="144078"/>
                  </a:lnTo>
                  <a:cubicBezTo>
                    <a:pt x="1135741" y="160934"/>
                    <a:pt x="1122077" y="174598"/>
                    <a:pt x="1105221" y="174598"/>
                  </a:cubicBezTo>
                  <a:lnTo>
                    <a:pt x="30521" y="174598"/>
                  </a:lnTo>
                  <a:cubicBezTo>
                    <a:pt x="22426" y="174598"/>
                    <a:pt x="14663" y="171383"/>
                    <a:pt x="8939" y="165659"/>
                  </a:cubicBezTo>
                  <a:cubicBezTo>
                    <a:pt x="3216" y="159935"/>
                    <a:pt x="0" y="152172"/>
                    <a:pt x="0" y="144078"/>
                  </a:cubicBezTo>
                  <a:lnTo>
                    <a:pt x="0" y="30521"/>
                  </a:lnTo>
                  <a:cubicBezTo>
                    <a:pt x="0" y="22426"/>
                    <a:pt x="3216" y="14663"/>
                    <a:pt x="8939" y="8939"/>
                  </a:cubicBezTo>
                  <a:cubicBezTo>
                    <a:pt x="14663" y="3216"/>
                    <a:pt x="22426" y="0"/>
                    <a:pt x="30521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35741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b="true" sz="2474" spc="-2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Nova interface da aplicação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74799" y="23889"/>
            <a:ext cx="6215891" cy="1042200"/>
            <a:chOff x="0" y="0"/>
            <a:chExt cx="8287855" cy="138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7852" cy="1389604"/>
            </a:xfrm>
            <a:custGeom>
              <a:avLst/>
              <a:gdLst/>
              <a:ahLst/>
              <a:cxnLst/>
              <a:rect r="r" b="b" t="t" l="l"/>
              <a:pathLst>
                <a:path h="1389604" w="8287852">
                  <a:moveTo>
                    <a:pt x="0" y="0"/>
                  </a:moveTo>
                  <a:lnTo>
                    <a:pt x="8287852" y="0"/>
                  </a:lnTo>
                  <a:lnTo>
                    <a:pt x="8287852" y="1389604"/>
                  </a:lnTo>
                  <a:lnTo>
                    <a:pt x="0" y="13896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212" r="0" b="-6621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287855" cy="138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41976" y="1224697"/>
            <a:ext cx="15199650" cy="8549803"/>
          </a:xfrm>
          <a:custGeom>
            <a:avLst/>
            <a:gdLst/>
            <a:ahLst/>
            <a:cxnLst/>
            <a:rect r="r" b="b" t="t" l="l"/>
            <a:pathLst>
              <a:path h="8549803" w="15199650">
                <a:moveTo>
                  <a:pt x="0" y="0"/>
                </a:moveTo>
                <a:lnTo>
                  <a:pt x="15199650" y="0"/>
                </a:lnTo>
                <a:lnTo>
                  <a:pt x="15199650" y="8549803"/>
                </a:lnTo>
                <a:lnTo>
                  <a:pt x="0" y="8549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84146" y="222939"/>
            <a:ext cx="3086100" cy="662928"/>
            <a:chOff x="0" y="0"/>
            <a:chExt cx="812800" cy="1745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74598"/>
            </a:xfrm>
            <a:custGeom>
              <a:avLst/>
              <a:gdLst/>
              <a:ahLst/>
              <a:cxnLst/>
              <a:rect r="r" b="b" t="t" l="l"/>
              <a:pathLst>
                <a:path h="174598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31952"/>
                  </a:lnTo>
                  <a:cubicBezTo>
                    <a:pt x="812800" y="155505"/>
                    <a:pt x="793706" y="174598"/>
                    <a:pt x="770153" y="174598"/>
                  </a:cubicBezTo>
                  <a:lnTo>
                    <a:pt x="42647" y="174598"/>
                  </a:lnTo>
                  <a:cubicBezTo>
                    <a:pt x="31336" y="174598"/>
                    <a:pt x="20489" y="170105"/>
                    <a:pt x="12491" y="162107"/>
                  </a:cubicBezTo>
                  <a:cubicBezTo>
                    <a:pt x="4493" y="154110"/>
                    <a:pt x="0" y="143262"/>
                    <a:pt x="0" y="13195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12800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sz="2474" spc="-2" b="true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Cadastro de pedido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87467" y="1763639"/>
            <a:ext cx="7274176" cy="2687994"/>
            <a:chOff x="0" y="0"/>
            <a:chExt cx="1915832" cy="7079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5832" cy="707949"/>
            </a:xfrm>
            <a:custGeom>
              <a:avLst/>
              <a:gdLst/>
              <a:ahLst/>
              <a:cxnLst/>
              <a:rect r="r" b="b" t="t" l="l"/>
              <a:pathLst>
                <a:path h="707949" w="1915832">
                  <a:moveTo>
                    <a:pt x="22350" y="0"/>
                  </a:moveTo>
                  <a:lnTo>
                    <a:pt x="1893482" y="0"/>
                  </a:lnTo>
                  <a:cubicBezTo>
                    <a:pt x="1905826" y="0"/>
                    <a:pt x="1915832" y="10007"/>
                    <a:pt x="1915832" y="22350"/>
                  </a:cubicBezTo>
                  <a:lnTo>
                    <a:pt x="1915832" y="685599"/>
                  </a:lnTo>
                  <a:cubicBezTo>
                    <a:pt x="1915832" y="697942"/>
                    <a:pt x="1905826" y="707949"/>
                    <a:pt x="1893482" y="707949"/>
                  </a:cubicBezTo>
                  <a:lnTo>
                    <a:pt x="22350" y="707949"/>
                  </a:lnTo>
                  <a:cubicBezTo>
                    <a:pt x="10007" y="707949"/>
                    <a:pt x="0" y="697942"/>
                    <a:pt x="0" y="685599"/>
                  </a:cubicBezTo>
                  <a:lnTo>
                    <a:pt x="0" y="22350"/>
                  </a:lnTo>
                  <a:cubicBezTo>
                    <a:pt x="0" y="10007"/>
                    <a:pt x="10007" y="0"/>
                    <a:pt x="22350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15832" cy="717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31944" y="2214556"/>
            <a:ext cx="4726297" cy="1786161"/>
            <a:chOff x="0" y="0"/>
            <a:chExt cx="1244786" cy="4704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4786" cy="470429"/>
            </a:xfrm>
            <a:custGeom>
              <a:avLst/>
              <a:gdLst/>
              <a:ahLst/>
              <a:cxnLst/>
              <a:rect r="r" b="b" t="t" l="l"/>
              <a:pathLst>
                <a:path h="470429" w="1244786">
                  <a:moveTo>
                    <a:pt x="34399" y="0"/>
                  </a:moveTo>
                  <a:lnTo>
                    <a:pt x="1210387" y="0"/>
                  </a:lnTo>
                  <a:cubicBezTo>
                    <a:pt x="1219510" y="0"/>
                    <a:pt x="1228260" y="3624"/>
                    <a:pt x="1234711" y="10075"/>
                  </a:cubicBezTo>
                  <a:cubicBezTo>
                    <a:pt x="1241162" y="16526"/>
                    <a:pt x="1244786" y="25276"/>
                    <a:pt x="1244786" y="34399"/>
                  </a:cubicBezTo>
                  <a:lnTo>
                    <a:pt x="1244786" y="436030"/>
                  </a:lnTo>
                  <a:cubicBezTo>
                    <a:pt x="1244786" y="445153"/>
                    <a:pt x="1241162" y="453903"/>
                    <a:pt x="1234711" y="460354"/>
                  </a:cubicBezTo>
                  <a:cubicBezTo>
                    <a:pt x="1228260" y="466805"/>
                    <a:pt x="1219510" y="470429"/>
                    <a:pt x="1210387" y="470429"/>
                  </a:cubicBezTo>
                  <a:lnTo>
                    <a:pt x="34399" y="470429"/>
                  </a:lnTo>
                  <a:cubicBezTo>
                    <a:pt x="25276" y="470429"/>
                    <a:pt x="16526" y="466805"/>
                    <a:pt x="10075" y="460354"/>
                  </a:cubicBezTo>
                  <a:cubicBezTo>
                    <a:pt x="3624" y="453903"/>
                    <a:pt x="0" y="445153"/>
                    <a:pt x="0" y="436030"/>
                  </a:cubicBezTo>
                  <a:lnTo>
                    <a:pt x="0" y="34399"/>
                  </a:lnTo>
                  <a:cubicBezTo>
                    <a:pt x="0" y="25276"/>
                    <a:pt x="3624" y="16526"/>
                    <a:pt x="10075" y="10075"/>
                  </a:cubicBezTo>
                  <a:cubicBezTo>
                    <a:pt x="16526" y="3624"/>
                    <a:pt x="25276" y="0"/>
                    <a:pt x="343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244786" cy="479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Campos do formulario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reenchidos com base nas informações fornecidas pelos clientes 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161643" y="3107636"/>
            <a:ext cx="1270301" cy="0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341801" y="8260051"/>
            <a:ext cx="1669682" cy="563907"/>
            <a:chOff x="0" y="0"/>
            <a:chExt cx="439752" cy="1485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9752" cy="148519"/>
            </a:xfrm>
            <a:custGeom>
              <a:avLst/>
              <a:gdLst/>
              <a:ahLst/>
              <a:cxnLst/>
              <a:rect r="r" b="b" t="t" l="l"/>
              <a:pathLst>
                <a:path h="148519" w="439752">
                  <a:moveTo>
                    <a:pt x="74259" y="0"/>
                  </a:moveTo>
                  <a:lnTo>
                    <a:pt x="365492" y="0"/>
                  </a:lnTo>
                  <a:cubicBezTo>
                    <a:pt x="406505" y="0"/>
                    <a:pt x="439752" y="33247"/>
                    <a:pt x="439752" y="74259"/>
                  </a:cubicBezTo>
                  <a:lnTo>
                    <a:pt x="439752" y="74259"/>
                  </a:lnTo>
                  <a:cubicBezTo>
                    <a:pt x="439752" y="115272"/>
                    <a:pt x="406505" y="148519"/>
                    <a:pt x="365492" y="148519"/>
                  </a:cubicBezTo>
                  <a:lnTo>
                    <a:pt x="74259" y="148519"/>
                  </a:lnTo>
                  <a:cubicBezTo>
                    <a:pt x="33247" y="148519"/>
                    <a:pt x="0" y="115272"/>
                    <a:pt x="0" y="74259"/>
                  </a:cubicBezTo>
                  <a:lnTo>
                    <a:pt x="0" y="74259"/>
                  </a:lnTo>
                  <a:cubicBezTo>
                    <a:pt x="0" y="33247"/>
                    <a:pt x="33247" y="0"/>
                    <a:pt x="74259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39752" cy="158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96648" y="7112318"/>
            <a:ext cx="2959987" cy="871761"/>
            <a:chOff x="0" y="0"/>
            <a:chExt cx="779585" cy="22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9585" cy="229600"/>
            </a:xfrm>
            <a:custGeom>
              <a:avLst/>
              <a:gdLst/>
              <a:ahLst/>
              <a:cxnLst/>
              <a:rect r="r" b="b" t="t" l="l"/>
              <a:pathLst>
                <a:path h="229600" w="779585">
                  <a:moveTo>
                    <a:pt x="54926" y="0"/>
                  </a:moveTo>
                  <a:lnTo>
                    <a:pt x="724659" y="0"/>
                  </a:lnTo>
                  <a:cubicBezTo>
                    <a:pt x="754994" y="0"/>
                    <a:pt x="779585" y="24591"/>
                    <a:pt x="779585" y="54926"/>
                  </a:cubicBezTo>
                  <a:lnTo>
                    <a:pt x="779585" y="174674"/>
                  </a:lnTo>
                  <a:cubicBezTo>
                    <a:pt x="779585" y="189241"/>
                    <a:pt x="773798" y="203211"/>
                    <a:pt x="763498" y="213512"/>
                  </a:cubicBezTo>
                  <a:cubicBezTo>
                    <a:pt x="753197" y="223813"/>
                    <a:pt x="739226" y="229600"/>
                    <a:pt x="724659" y="229600"/>
                  </a:cubicBezTo>
                  <a:lnTo>
                    <a:pt x="54926" y="229600"/>
                  </a:lnTo>
                  <a:cubicBezTo>
                    <a:pt x="40359" y="229600"/>
                    <a:pt x="26388" y="223813"/>
                    <a:pt x="16087" y="213512"/>
                  </a:cubicBezTo>
                  <a:cubicBezTo>
                    <a:pt x="5787" y="203211"/>
                    <a:pt x="0" y="189241"/>
                    <a:pt x="0" y="174674"/>
                  </a:cubicBezTo>
                  <a:lnTo>
                    <a:pt x="0" y="54926"/>
                  </a:lnTo>
                  <a:cubicBezTo>
                    <a:pt x="0" y="40359"/>
                    <a:pt x="5787" y="26388"/>
                    <a:pt x="16087" y="16087"/>
                  </a:cubicBezTo>
                  <a:cubicBezTo>
                    <a:pt x="26388" y="5787"/>
                    <a:pt x="40359" y="0"/>
                    <a:pt x="549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79585" cy="23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-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Botão p</a:t>
              </a:r>
              <a:r>
                <a:rPr lang="en-US" sz="2000" spc="-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ara adição de produtos ao pedido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87467" y="9097193"/>
            <a:ext cx="5454334" cy="563907"/>
            <a:chOff x="0" y="0"/>
            <a:chExt cx="1436532" cy="1485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36532" cy="148519"/>
            </a:xfrm>
            <a:custGeom>
              <a:avLst/>
              <a:gdLst/>
              <a:ahLst/>
              <a:cxnLst/>
              <a:rect r="r" b="b" t="t" l="l"/>
              <a:pathLst>
                <a:path h="148519" w="1436532">
                  <a:moveTo>
                    <a:pt x="29808" y="0"/>
                  </a:moveTo>
                  <a:lnTo>
                    <a:pt x="1406725" y="0"/>
                  </a:lnTo>
                  <a:cubicBezTo>
                    <a:pt x="1414630" y="0"/>
                    <a:pt x="1422212" y="3140"/>
                    <a:pt x="1427802" y="8730"/>
                  </a:cubicBezTo>
                  <a:cubicBezTo>
                    <a:pt x="1433392" y="14320"/>
                    <a:pt x="1436532" y="21902"/>
                    <a:pt x="1436532" y="29808"/>
                  </a:cubicBezTo>
                  <a:lnTo>
                    <a:pt x="1436532" y="118711"/>
                  </a:lnTo>
                  <a:cubicBezTo>
                    <a:pt x="1436532" y="126617"/>
                    <a:pt x="1433392" y="134198"/>
                    <a:pt x="1427802" y="139788"/>
                  </a:cubicBezTo>
                  <a:cubicBezTo>
                    <a:pt x="1422212" y="145378"/>
                    <a:pt x="1414630" y="148519"/>
                    <a:pt x="1406725" y="148519"/>
                  </a:cubicBezTo>
                  <a:lnTo>
                    <a:pt x="29808" y="148519"/>
                  </a:lnTo>
                  <a:cubicBezTo>
                    <a:pt x="21902" y="148519"/>
                    <a:pt x="14320" y="145378"/>
                    <a:pt x="8730" y="139788"/>
                  </a:cubicBezTo>
                  <a:cubicBezTo>
                    <a:pt x="3140" y="134198"/>
                    <a:pt x="0" y="126617"/>
                    <a:pt x="0" y="118711"/>
                  </a:cubicBezTo>
                  <a:lnTo>
                    <a:pt x="0" y="29808"/>
                  </a:lnTo>
                  <a:cubicBezTo>
                    <a:pt x="0" y="21902"/>
                    <a:pt x="3140" y="14320"/>
                    <a:pt x="8730" y="8730"/>
                  </a:cubicBezTo>
                  <a:cubicBezTo>
                    <a:pt x="14320" y="3140"/>
                    <a:pt x="21902" y="0"/>
                    <a:pt x="29808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36532" cy="158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09731" y="5875679"/>
            <a:ext cx="4823124" cy="3898821"/>
            <a:chOff x="0" y="0"/>
            <a:chExt cx="1270288" cy="1026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288" cy="1026850"/>
            </a:xfrm>
            <a:custGeom>
              <a:avLst/>
              <a:gdLst/>
              <a:ahLst/>
              <a:cxnLst/>
              <a:rect r="r" b="b" t="t" l="l"/>
              <a:pathLst>
                <a:path h="1026850" w="1270288">
                  <a:moveTo>
                    <a:pt x="33709" y="0"/>
                  </a:moveTo>
                  <a:lnTo>
                    <a:pt x="1236579" y="0"/>
                  </a:lnTo>
                  <a:cubicBezTo>
                    <a:pt x="1255196" y="0"/>
                    <a:pt x="1270288" y="15092"/>
                    <a:pt x="1270288" y="33709"/>
                  </a:cubicBezTo>
                  <a:lnTo>
                    <a:pt x="1270288" y="993142"/>
                  </a:lnTo>
                  <a:cubicBezTo>
                    <a:pt x="1270288" y="1011758"/>
                    <a:pt x="1255196" y="1026850"/>
                    <a:pt x="1236579" y="1026850"/>
                  </a:cubicBezTo>
                  <a:lnTo>
                    <a:pt x="33709" y="1026850"/>
                  </a:lnTo>
                  <a:cubicBezTo>
                    <a:pt x="15092" y="1026850"/>
                    <a:pt x="0" y="1011758"/>
                    <a:pt x="0" y="993142"/>
                  </a:cubicBezTo>
                  <a:lnTo>
                    <a:pt x="0" y="33709"/>
                  </a:lnTo>
                  <a:cubicBezTo>
                    <a:pt x="0" y="15092"/>
                    <a:pt x="15092" y="0"/>
                    <a:pt x="3370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70288" cy="1036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Ações dos pedido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Os campos são interativo com base no que esta fazendo, durante o cadastro de um novo pedido somente os botões de registrar e limpar estarão disponiveis </a:t>
              </a:r>
            </a:p>
            <a:p>
              <a:pPr algn="just">
                <a:lnSpc>
                  <a:spcPts val="2400"/>
                </a:lnSpc>
              </a:pP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Registrar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Registra novos pedidos no sistema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 spc="-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Limpar</a:t>
              </a:r>
              <a:r>
                <a:rPr lang="en-US" sz="2000" spc="-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Limpa os campos do  formulário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9341801" y="9379147"/>
            <a:ext cx="3567930" cy="0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0176642" y="7984079"/>
            <a:ext cx="0" cy="275972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2026728" y="4462081"/>
            <a:ext cx="1684766" cy="410827"/>
            <a:chOff x="0" y="0"/>
            <a:chExt cx="443724" cy="1082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3725" cy="108201"/>
            </a:xfrm>
            <a:custGeom>
              <a:avLst/>
              <a:gdLst/>
              <a:ahLst/>
              <a:cxnLst/>
              <a:rect r="r" b="b" t="t" l="l"/>
              <a:pathLst>
                <a:path h="108201" w="443725">
                  <a:moveTo>
                    <a:pt x="54101" y="0"/>
                  </a:moveTo>
                  <a:lnTo>
                    <a:pt x="389624" y="0"/>
                  </a:lnTo>
                  <a:cubicBezTo>
                    <a:pt x="403972" y="0"/>
                    <a:pt x="417733" y="5700"/>
                    <a:pt x="427879" y="15846"/>
                  </a:cubicBezTo>
                  <a:cubicBezTo>
                    <a:pt x="438025" y="25992"/>
                    <a:pt x="443725" y="39752"/>
                    <a:pt x="443725" y="54101"/>
                  </a:cubicBezTo>
                  <a:lnTo>
                    <a:pt x="443725" y="54101"/>
                  </a:lnTo>
                  <a:cubicBezTo>
                    <a:pt x="443725" y="83980"/>
                    <a:pt x="419503" y="108201"/>
                    <a:pt x="389624" y="108201"/>
                  </a:cubicBezTo>
                  <a:lnTo>
                    <a:pt x="54101" y="108201"/>
                  </a:lnTo>
                  <a:cubicBezTo>
                    <a:pt x="39752" y="108201"/>
                    <a:pt x="25992" y="102501"/>
                    <a:pt x="15846" y="92356"/>
                  </a:cubicBezTo>
                  <a:cubicBezTo>
                    <a:pt x="5700" y="82210"/>
                    <a:pt x="0" y="68449"/>
                    <a:pt x="0" y="54101"/>
                  </a:cubicBezTo>
                  <a:lnTo>
                    <a:pt x="0" y="54101"/>
                  </a:lnTo>
                  <a:cubicBezTo>
                    <a:pt x="0" y="39752"/>
                    <a:pt x="5700" y="25992"/>
                    <a:pt x="15846" y="15846"/>
                  </a:cubicBezTo>
                  <a:cubicBezTo>
                    <a:pt x="25992" y="5700"/>
                    <a:pt x="39752" y="0"/>
                    <a:pt x="54101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43724" cy="117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2869111" y="4872908"/>
            <a:ext cx="0" cy="205650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078546" y="5078558"/>
            <a:ext cx="3581129" cy="566961"/>
            <a:chOff x="0" y="0"/>
            <a:chExt cx="943178" cy="1493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3178" cy="149323"/>
            </a:xfrm>
            <a:custGeom>
              <a:avLst/>
              <a:gdLst/>
              <a:ahLst/>
              <a:cxnLst/>
              <a:rect r="r" b="b" t="t" l="l"/>
              <a:pathLst>
                <a:path h="149323" w="943178">
                  <a:moveTo>
                    <a:pt x="45399" y="0"/>
                  </a:moveTo>
                  <a:lnTo>
                    <a:pt x="897779" y="0"/>
                  </a:lnTo>
                  <a:cubicBezTo>
                    <a:pt x="909819" y="0"/>
                    <a:pt x="921367" y="4783"/>
                    <a:pt x="929881" y="13297"/>
                  </a:cubicBezTo>
                  <a:cubicBezTo>
                    <a:pt x="938395" y="21811"/>
                    <a:pt x="943178" y="33359"/>
                    <a:pt x="943178" y="45399"/>
                  </a:cubicBezTo>
                  <a:lnTo>
                    <a:pt x="943178" y="103924"/>
                  </a:lnTo>
                  <a:cubicBezTo>
                    <a:pt x="943178" y="115964"/>
                    <a:pt x="938395" y="127512"/>
                    <a:pt x="929881" y="136026"/>
                  </a:cubicBezTo>
                  <a:cubicBezTo>
                    <a:pt x="921367" y="144540"/>
                    <a:pt x="909819" y="149323"/>
                    <a:pt x="897779" y="149323"/>
                  </a:cubicBezTo>
                  <a:lnTo>
                    <a:pt x="45399" y="149323"/>
                  </a:lnTo>
                  <a:cubicBezTo>
                    <a:pt x="33359" y="149323"/>
                    <a:pt x="21811" y="144540"/>
                    <a:pt x="13297" y="136026"/>
                  </a:cubicBezTo>
                  <a:cubicBezTo>
                    <a:pt x="4783" y="127512"/>
                    <a:pt x="0" y="115964"/>
                    <a:pt x="0" y="103924"/>
                  </a:cubicBezTo>
                  <a:lnTo>
                    <a:pt x="0" y="45399"/>
                  </a:lnTo>
                  <a:cubicBezTo>
                    <a:pt x="0" y="33359"/>
                    <a:pt x="4783" y="21811"/>
                    <a:pt x="13297" y="13297"/>
                  </a:cubicBezTo>
                  <a:cubicBezTo>
                    <a:pt x="21811" y="4783"/>
                    <a:pt x="33359" y="0"/>
                    <a:pt x="453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43178" cy="15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-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Selecione para acessa a tela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74799" y="23889"/>
            <a:ext cx="6215891" cy="1042200"/>
            <a:chOff x="0" y="0"/>
            <a:chExt cx="8287855" cy="138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7852" cy="1389604"/>
            </a:xfrm>
            <a:custGeom>
              <a:avLst/>
              <a:gdLst/>
              <a:ahLst/>
              <a:cxnLst/>
              <a:rect r="r" b="b" t="t" l="l"/>
              <a:pathLst>
                <a:path h="1389604" w="8287852">
                  <a:moveTo>
                    <a:pt x="0" y="0"/>
                  </a:moveTo>
                  <a:lnTo>
                    <a:pt x="8287852" y="0"/>
                  </a:lnTo>
                  <a:lnTo>
                    <a:pt x="8287852" y="1389604"/>
                  </a:lnTo>
                  <a:lnTo>
                    <a:pt x="0" y="13896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212" r="0" b="-6621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287855" cy="138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4146" y="222939"/>
            <a:ext cx="2767615" cy="662928"/>
            <a:chOff x="0" y="0"/>
            <a:chExt cx="728919" cy="174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8919" cy="174598"/>
            </a:xfrm>
            <a:custGeom>
              <a:avLst/>
              <a:gdLst/>
              <a:ahLst/>
              <a:cxnLst/>
              <a:rect r="r" b="b" t="t" l="l"/>
              <a:pathLst>
                <a:path h="174598" w="728919">
                  <a:moveTo>
                    <a:pt x="47555" y="0"/>
                  </a:moveTo>
                  <a:lnTo>
                    <a:pt x="681365" y="0"/>
                  </a:lnTo>
                  <a:cubicBezTo>
                    <a:pt x="693977" y="0"/>
                    <a:pt x="706073" y="5010"/>
                    <a:pt x="714991" y="13928"/>
                  </a:cubicBezTo>
                  <a:cubicBezTo>
                    <a:pt x="723909" y="22847"/>
                    <a:pt x="728919" y="34942"/>
                    <a:pt x="728919" y="47555"/>
                  </a:cubicBezTo>
                  <a:lnTo>
                    <a:pt x="728919" y="127044"/>
                  </a:lnTo>
                  <a:cubicBezTo>
                    <a:pt x="728919" y="139656"/>
                    <a:pt x="723909" y="151752"/>
                    <a:pt x="714991" y="160670"/>
                  </a:cubicBezTo>
                  <a:cubicBezTo>
                    <a:pt x="706073" y="169588"/>
                    <a:pt x="693977" y="174598"/>
                    <a:pt x="681365" y="174598"/>
                  </a:cubicBezTo>
                  <a:lnTo>
                    <a:pt x="47555" y="174598"/>
                  </a:lnTo>
                  <a:cubicBezTo>
                    <a:pt x="34942" y="174598"/>
                    <a:pt x="22847" y="169588"/>
                    <a:pt x="13928" y="160670"/>
                  </a:cubicBezTo>
                  <a:cubicBezTo>
                    <a:pt x="5010" y="151752"/>
                    <a:pt x="0" y="139656"/>
                    <a:pt x="0" y="127044"/>
                  </a:cubicBezTo>
                  <a:lnTo>
                    <a:pt x="0" y="47555"/>
                  </a:lnTo>
                  <a:cubicBezTo>
                    <a:pt x="0" y="34942"/>
                    <a:pt x="5010" y="22847"/>
                    <a:pt x="13928" y="13928"/>
                  </a:cubicBezTo>
                  <a:cubicBezTo>
                    <a:pt x="22847" y="5010"/>
                    <a:pt x="34942" y="0"/>
                    <a:pt x="47555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728919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sz="2474" spc="-2" b="true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Edição de pedido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88601" y="1176924"/>
            <a:ext cx="15508364" cy="8660215"/>
          </a:xfrm>
          <a:custGeom>
            <a:avLst/>
            <a:gdLst/>
            <a:ahLst/>
            <a:cxnLst/>
            <a:rect r="r" b="b" t="t" l="l"/>
            <a:pathLst>
              <a:path h="8660215" w="15508364">
                <a:moveTo>
                  <a:pt x="0" y="0"/>
                </a:moveTo>
                <a:lnTo>
                  <a:pt x="15508364" y="0"/>
                </a:lnTo>
                <a:lnTo>
                  <a:pt x="15508364" y="8660215"/>
                </a:lnTo>
                <a:lnTo>
                  <a:pt x="0" y="8660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65" r="0" b="-365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000869" y="9258300"/>
            <a:ext cx="5482484" cy="427263"/>
            <a:chOff x="0" y="0"/>
            <a:chExt cx="1443946" cy="1125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3946" cy="112530"/>
            </a:xfrm>
            <a:custGeom>
              <a:avLst/>
              <a:gdLst/>
              <a:ahLst/>
              <a:cxnLst/>
              <a:rect r="r" b="b" t="t" l="l"/>
              <a:pathLst>
                <a:path h="112530" w="1443946">
                  <a:moveTo>
                    <a:pt x="29654" y="0"/>
                  </a:moveTo>
                  <a:lnTo>
                    <a:pt x="1414292" y="0"/>
                  </a:lnTo>
                  <a:cubicBezTo>
                    <a:pt x="1430670" y="0"/>
                    <a:pt x="1443946" y="13277"/>
                    <a:pt x="1443946" y="29654"/>
                  </a:cubicBezTo>
                  <a:lnTo>
                    <a:pt x="1443946" y="82876"/>
                  </a:lnTo>
                  <a:cubicBezTo>
                    <a:pt x="1443946" y="90741"/>
                    <a:pt x="1440822" y="98283"/>
                    <a:pt x="1435261" y="103845"/>
                  </a:cubicBezTo>
                  <a:cubicBezTo>
                    <a:pt x="1429700" y="109406"/>
                    <a:pt x="1422157" y="112530"/>
                    <a:pt x="1414292" y="112530"/>
                  </a:cubicBezTo>
                  <a:lnTo>
                    <a:pt x="29654" y="112530"/>
                  </a:lnTo>
                  <a:cubicBezTo>
                    <a:pt x="13277" y="112530"/>
                    <a:pt x="0" y="99253"/>
                    <a:pt x="0" y="82876"/>
                  </a:cubicBezTo>
                  <a:lnTo>
                    <a:pt x="0" y="29654"/>
                  </a:lnTo>
                  <a:cubicBezTo>
                    <a:pt x="0" y="13277"/>
                    <a:pt x="13277" y="0"/>
                    <a:pt x="29654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43946" cy="122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28544" y="1811412"/>
            <a:ext cx="2285409" cy="468362"/>
            <a:chOff x="0" y="0"/>
            <a:chExt cx="601918" cy="1233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1918" cy="123355"/>
            </a:xfrm>
            <a:custGeom>
              <a:avLst/>
              <a:gdLst/>
              <a:ahLst/>
              <a:cxnLst/>
              <a:rect r="r" b="b" t="t" l="l"/>
              <a:pathLst>
                <a:path h="123355" w="601918">
                  <a:moveTo>
                    <a:pt x="61677" y="0"/>
                  </a:moveTo>
                  <a:lnTo>
                    <a:pt x="540241" y="0"/>
                  </a:lnTo>
                  <a:cubicBezTo>
                    <a:pt x="574305" y="0"/>
                    <a:pt x="601918" y="27614"/>
                    <a:pt x="601918" y="61677"/>
                  </a:cubicBezTo>
                  <a:lnTo>
                    <a:pt x="601918" y="61677"/>
                  </a:lnTo>
                  <a:cubicBezTo>
                    <a:pt x="601918" y="78035"/>
                    <a:pt x="595420" y="93723"/>
                    <a:pt x="583854" y="105290"/>
                  </a:cubicBezTo>
                  <a:cubicBezTo>
                    <a:pt x="572287" y="116856"/>
                    <a:pt x="556599" y="123355"/>
                    <a:pt x="540241" y="123355"/>
                  </a:cubicBezTo>
                  <a:lnTo>
                    <a:pt x="61677" y="123355"/>
                  </a:lnTo>
                  <a:cubicBezTo>
                    <a:pt x="27614" y="123355"/>
                    <a:pt x="0" y="95741"/>
                    <a:pt x="0" y="61677"/>
                  </a:cubicBezTo>
                  <a:lnTo>
                    <a:pt x="0" y="61677"/>
                  </a:lnTo>
                  <a:cubicBezTo>
                    <a:pt x="0" y="27614"/>
                    <a:pt x="27614" y="0"/>
                    <a:pt x="61677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01918" cy="132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24089" y="3221147"/>
            <a:ext cx="5597652" cy="1328271"/>
            <a:chOff x="0" y="0"/>
            <a:chExt cx="1474279" cy="3498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4279" cy="349833"/>
            </a:xfrm>
            <a:custGeom>
              <a:avLst/>
              <a:gdLst/>
              <a:ahLst/>
              <a:cxnLst/>
              <a:rect r="r" b="b" t="t" l="l"/>
              <a:pathLst>
                <a:path h="349833" w="1474279">
                  <a:moveTo>
                    <a:pt x="29044" y="0"/>
                  </a:moveTo>
                  <a:lnTo>
                    <a:pt x="1445234" y="0"/>
                  </a:lnTo>
                  <a:cubicBezTo>
                    <a:pt x="1452937" y="0"/>
                    <a:pt x="1460325" y="3060"/>
                    <a:pt x="1465772" y="8507"/>
                  </a:cubicBezTo>
                  <a:cubicBezTo>
                    <a:pt x="1471219" y="13954"/>
                    <a:pt x="1474279" y="21341"/>
                    <a:pt x="1474279" y="29044"/>
                  </a:cubicBezTo>
                  <a:lnTo>
                    <a:pt x="1474279" y="320788"/>
                  </a:lnTo>
                  <a:cubicBezTo>
                    <a:pt x="1474279" y="328491"/>
                    <a:pt x="1471219" y="335879"/>
                    <a:pt x="1465772" y="341326"/>
                  </a:cubicBezTo>
                  <a:cubicBezTo>
                    <a:pt x="1460325" y="346773"/>
                    <a:pt x="1452937" y="349833"/>
                    <a:pt x="1445234" y="349833"/>
                  </a:cubicBezTo>
                  <a:lnTo>
                    <a:pt x="29044" y="349833"/>
                  </a:lnTo>
                  <a:cubicBezTo>
                    <a:pt x="21341" y="349833"/>
                    <a:pt x="13954" y="346773"/>
                    <a:pt x="8507" y="341326"/>
                  </a:cubicBezTo>
                  <a:cubicBezTo>
                    <a:pt x="3060" y="335879"/>
                    <a:pt x="0" y="328491"/>
                    <a:pt x="0" y="320788"/>
                  </a:cubicBezTo>
                  <a:lnTo>
                    <a:pt x="0" y="29044"/>
                  </a:lnTo>
                  <a:cubicBezTo>
                    <a:pt x="0" y="21341"/>
                    <a:pt x="3060" y="13954"/>
                    <a:pt x="8507" y="8507"/>
                  </a:cubicBezTo>
                  <a:cubicBezTo>
                    <a:pt x="13954" y="3060"/>
                    <a:pt x="21341" y="0"/>
                    <a:pt x="29044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74279" cy="359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9191" y="90952"/>
            <a:ext cx="4344115" cy="1481361"/>
            <a:chOff x="0" y="0"/>
            <a:chExt cx="1144129" cy="3901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4129" cy="390153"/>
            </a:xfrm>
            <a:custGeom>
              <a:avLst/>
              <a:gdLst/>
              <a:ahLst/>
              <a:cxnLst/>
              <a:rect r="r" b="b" t="t" l="l"/>
              <a:pathLst>
                <a:path h="390153" w="1144129">
                  <a:moveTo>
                    <a:pt x="37425" y="0"/>
                  </a:moveTo>
                  <a:lnTo>
                    <a:pt x="1106704" y="0"/>
                  </a:lnTo>
                  <a:cubicBezTo>
                    <a:pt x="1127373" y="0"/>
                    <a:pt x="1144129" y="16756"/>
                    <a:pt x="1144129" y="37425"/>
                  </a:cubicBezTo>
                  <a:lnTo>
                    <a:pt x="1144129" y="352727"/>
                  </a:lnTo>
                  <a:cubicBezTo>
                    <a:pt x="1144129" y="373397"/>
                    <a:pt x="1127373" y="390153"/>
                    <a:pt x="1106704" y="390153"/>
                  </a:cubicBezTo>
                  <a:lnTo>
                    <a:pt x="37425" y="390153"/>
                  </a:lnTo>
                  <a:cubicBezTo>
                    <a:pt x="16756" y="390153"/>
                    <a:pt x="0" y="373397"/>
                    <a:pt x="0" y="352727"/>
                  </a:cubicBezTo>
                  <a:lnTo>
                    <a:pt x="0" y="37425"/>
                  </a:lnTo>
                  <a:cubicBezTo>
                    <a:pt x="0" y="16756"/>
                    <a:pt x="16756" y="0"/>
                    <a:pt x="374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144129" cy="399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Pesquisa por codigo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-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Realiza pesquisa com base no código do produto, pode encontrar qualquer pedido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91602" y="7674946"/>
            <a:ext cx="5030139" cy="2090961"/>
            <a:chOff x="0" y="0"/>
            <a:chExt cx="1324810" cy="5507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24810" cy="550706"/>
            </a:xfrm>
            <a:custGeom>
              <a:avLst/>
              <a:gdLst/>
              <a:ahLst/>
              <a:cxnLst/>
              <a:rect r="r" b="b" t="t" l="l"/>
              <a:pathLst>
                <a:path h="550706" w="1324810">
                  <a:moveTo>
                    <a:pt x="32321" y="0"/>
                  </a:moveTo>
                  <a:lnTo>
                    <a:pt x="1292489" y="0"/>
                  </a:lnTo>
                  <a:cubicBezTo>
                    <a:pt x="1310340" y="0"/>
                    <a:pt x="1324810" y="14471"/>
                    <a:pt x="1324810" y="32321"/>
                  </a:cubicBezTo>
                  <a:lnTo>
                    <a:pt x="1324810" y="518384"/>
                  </a:lnTo>
                  <a:cubicBezTo>
                    <a:pt x="1324810" y="526957"/>
                    <a:pt x="1321405" y="535178"/>
                    <a:pt x="1315344" y="541239"/>
                  </a:cubicBezTo>
                  <a:cubicBezTo>
                    <a:pt x="1309282" y="547300"/>
                    <a:pt x="1301061" y="550706"/>
                    <a:pt x="1292489" y="550706"/>
                  </a:cubicBezTo>
                  <a:lnTo>
                    <a:pt x="32321" y="550706"/>
                  </a:lnTo>
                  <a:cubicBezTo>
                    <a:pt x="14471" y="550706"/>
                    <a:pt x="0" y="536235"/>
                    <a:pt x="0" y="518384"/>
                  </a:cubicBezTo>
                  <a:lnTo>
                    <a:pt x="0" y="32321"/>
                  </a:lnTo>
                  <a:cubicBezTo>
                    <a:pt x="0" y="23749"/>
                    <a:pt x="3405" y="15528"/>
                    <a:pt x="9467" y="9467"/>
                  </a:cubicBezTo>
                  <a:cubicBezTo>
                    <a:pt x="15528" y="3405"/>
                    <a:pt x="23749" y="0"/>
                    <a:pt x="323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324810" cy="56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Ações dos pedido (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Modo de alteração</a:t>
              </a: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Alterar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Altera informações do pedido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Excluir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Cancela o pedido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Finalizar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Finaliza o pedido 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Imprimir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Imprime o cupom do pedido 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9483353" y="9471932"/>
            <a:ext cx="2408249" cy="12022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785561" y="4912998"/>
            <a:ext cx="9297837" cy="1481361"/>
            <a:chOff x="0" y="0"/>
            <a:chExt cx="2448813" cy="3901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813" cy="390153"/>
            </a:xfrm>
            <a:custGeom>
              <a:avLst/>
              <a:gdLst/>
              <a:ahLst/>
              <a:cxnLst/>
              <a:rect r="r" b="b" t="t" l="l"/>
              <a:pathLst>
                <a:path h="390153" w="2448813">
                  <a:moveTo>
                    <a:pt x="17486" y="0"/>
                  </a:moveTo>
                  <a:lnTo>
                    <a:pt x="2431327" y="0"/>
                  </a:lnTo>
                  <a:cubicBezTo>
                    <a:pt x="2435965" y="0"/>
                    <a:pt x="2440412" y="1842"/>
                    <a:pt x="2443692" y="5121"/>
                  </a:cubicBezTo>
                  <a:cubicBezTo>
                    <a:pt x="2446971" y="8401"/>
                    <a:pt x="2448813" y="12848"/>
                    <a:pt x="2448813" y="17486"/>
                  </a:cubicBezTo>
                  <a:lnTo>
                    <a:pt x="2448813" y="372667"/>
                  </a:lnTo>
                  <a:cubicBezTo>
                    <a:pt x="2448813" y="382324"/>
                    <a:pt x="2440984" y="390153"/>
                    <a:pt x="2431327" y="390153"/>
                  </a:cubicBezTo>
                  <a:lnTo>
                    <a:pt x="17486" y="390153"/>
                  </a:lnTo>
                  <a:cubicBezTo>
                    <a:pt x="12848" y="390153"/>
                    <a:pt x="8401" y="388310"/>
                    <a:pt x="5121" y="385031"/>
                  </a:cubicBezTo>
                  <a:cubicBezTo>
                    <a:pt x="1842" y="381752"/>
                    <a:pt x="0" y="377304"/>
                    <a:pt x="0" y="372667"/>
                  </a:cubicBezTo>
                  <a:lnTo>
                    <a:pt x="0" y="17486"/>
                  </a:lnTo>
                  <a:cubicBezTo>
                    <a:pt x="0" y="12848"/>
                    <a:pt x="1842" y="8401"/>
                    <a:pt x="5121" y="5121"/>
                  </a:cubicBezTo>
                  <a:cubicBezTo>
                    <a:pt x="8401" y="1842"/>
                    <a:pt x="12848" y="0"/>
                    <a:pt x="1748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448813" cy="399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Exibição e seleção de pedido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Lista dedicada a exibição de produtos pendentes, podem ser selecionados  preenchendo os campos dos formulário automaticamente permitindo edição, finalização ou cancelamento do pedido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10083398" y="3885283"/>
            <a:ext cx="1240691" cy="1768395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2371248" y="1572313"/>
            <a:ext cx="0" cy="239099"/>
          </a:xfrm>
          <a:prstGeom prst="line">
            <a:avLst/>
          </a:prstGeom>
          <a:ln cap="flat" w="38100">
            <a:solidFill>
              <a:srgbClr val="C9211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1599" y="1835744"/>
            <a:ext cx="313858" cy="28623"/>
            <a:chOff x="0" y="0"/>
            <a:chExt cx="418478" cy="38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8465" cy="38100"/>
            </a:xfrm>
            <a:custGeom>
              <a:avLst/>
              <a:gdLst/>
              <a:ahLst/>
              <a:cxnLst/>
              <a:rect r="r" b="b" t="t" l="l"/>
              <a:pathLst>
                <a:path h="38100" w="418465">
                  <a:moveTo>
                    <a:pt x="0" y="0"/>
                  </a:moveTo>
                  <a:lnTo>
                    <a:pt x="418465" y="381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63933" r="-3" b="-164100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358411" y="1835744"/>
            <a:ext cx="302400" cy="29156"/>
            <a:chOff x="0" y="0"/>
            <a:chExt cx="403200" cy="38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225" cy="38862"/>
            </a:xfrm>
            <a:custGeom>
              <a:avLst/>
              <a:gdLst/>
              <a:ahLst/>
              <a:cxnLst/>
              <a:rect r="r" b="b" t="t" l="l"/>
              <a:pathLst>
                <a:path h="38862" w="403225">
                  <a:moveTo>
                    <a:pt x="403225" y="0"/>
                  </a:moveTo>
                  <a:lnTo>
                    <a:pt x="0" y="38862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52144" r="6" b="-152176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852041" y="2701642"/>
            <a:ext cx="313858" cy="28623"/>
            <a:chOff x="0" y="0"/>
            <a:chExt cx="418478" cy="38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465" cy="38100"/>
            </a:xfrm>
            <a:custGeom>
              <a:avLst/>
              <a:gdLst/>
              <a:ahLst/>
              <a:cxnLst/>
              <a:rect r="r" b="b" t="t" l="l"/>
              <a:pathLst>
                <a:path h="38100" w="418465">
                  <a:moveTo>
                    <a:pt x="0" y="0"/>
                  </a:moveTo>
                  <a:lnTo>
                    <a:pt x="418465" y="381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63933" r="-3" b="-164100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828529" y="222939"/>
            <a:ext cx="5238026" cy="662928"/>
            <a:chOff x="0" y="0"/>
            <a:chExt cx="1379563" cy="1745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9562" cy="174598"/>
            </a:xfrm>
            <a:custGeom>
              <a:avLst/>
              <a:gdLst/>
              <a:ahLst/>
              <a:cxnLst/>
              <a:rect r="r" b="b" t="t" l="l"/>
              <a:pathLst>
                <a:path h="174598" w="1379562">
                  <a:moveTo>
                    <a:pt x="25126" y="0"/>
                  </a:moveTo>
                  <a:lnTo>
                    <a:pt x="1354436" y="0"/>
                  </a:lnTo>
                  <a:cubicBezTo>
                    <a:pt x="1368313" y="0"/>
                    <a:pt x="1379562" y="11249"/>
                    <a:pt x="1379562" y="25126"/>
                  </a:cubicBezTo>
                  <a:lnTo>
                    <a:pt x="1379562" y="149472"/>
                  </a:lnTo>
                  <a:cubicBezTo>
                    <a:pt x="1379562" y="163349"/>
                    <a:pt x="1368313" y="174598"/>
                    <a:pt x="1354436" y="174598"/>
                  </a:cubicBezTo>
                  <a:lnTo>
                    <a:pt x="25126" y="174598"/>
                  </a:lnTo>
                  <a:cubicBezTo>
                    <a:pt x="11249" y="174598"/>
                    <a:pt x="0" y="163349"/>
                    <a:pt x="0" y="149472"/>
                  </a:cubicBezTo>
                  <a:lnTo>
                    <a:pt x="0" y="25126"/>
                  </a:lnTo>
                  <a:cubicBezTo>
                    <a:pt x="0" y="11249"/>
                    <a:pt x="11249" y="0"/>
                    <a:pt x="25126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79563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sz="2474" spc="-2" b="true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Nova tela de seleção de produtos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78279" y="1192848"/>
            <a:ext cx="15387855" cy="8655669"/>
          </a:xfrm>
          <a:custGeom>
            <a:avLst/>
            <a:gdLst/>
            <a:ahLst/>
            <a:cxnLst/>
            <a:rect r="r" b="b" t="t" l="l"/>
            <a:pathLst>
              <a:path h="8655669" w="15387855">
                <a:moveTo>
                  <a:pt x="0" y="0"/>
                </a:moveTo>
                <a:lnTo>
                  <a:pt x="15387855" y="0"/>
                </a:lnTo>
                <a:lnTo>
                  <a:pt x="15387855" y="8655669"/>
                </a:lnTo>
                <a:lnTo>
                  <a:pt x="0" y="8655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096"/>
            <a:ext cx="18414540" cy="1755543"/>
            <a:chOff x="0" y="0"/>
            <a:chExt cx="24552720" cy="2340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2783" cy="2340737"/>
            </a:xfrm>
            <a:custGeom>
              <a:avLst/>
              <a:gdLst/>
              <a:ahLst/>
              <a:cxnLst/>
              <a:rect r="r" b="b" t="t" l="l"/>
              <a:pathLst>
                <a:path h="2340737" w="24552783">
                  <a:moveTo>
                    <a:pt x="0" y="0"/>
                  </a:moveTo>
                  <a:lnTo>
                    <a:pt x="24552783" y="0"/>
                  </a:lnTo>
                  <a:lnTo>
                    <a:pt x="24552783" y="2340737"/>
                  </a:lnTo>
                  <a:lnTo>
                    <a:pt x="0" y="234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848517"/>
            <a:ext cx="18283323" cy="434702"/>
            <a:chOff x="0" y="0"/>
            <a:chExt cx="24377764" cy="579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777" cy="579628"/>
            </a:xfrm>
            <a:custGeom>
              <a:avLst/>
              <a:gdLst/>
              <a:ahLst/>
              <a:cxnLst/>
              <a:rect r="r" b="b" t="t" l="l"/>
              <a:pathLst>
                <a:path h="579628" w="24377777">
                  <a:moveTo>
                    <a:pt x="0" y="0"/>
                  </a:moveTo>
                  <a:lnTo>
                    <a:pt x="24377777" y="0"/>
                  </a:lnTo>
                  <a:lnTo>
                    <a:pt x="24377777" y="579628"/>
                  </a:lnTo>
                  <a:lnTo>
                    <a:pt x="0" y="57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1" r="0" b="-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1599" y="1835744"/>
            <a:ext cx="313858" cy="28623"/>
            <a:chOff x="0" y="0"/>
            <a:chExt cx="418478" cy="38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8465" cy="38100"/>
            </a:xfrm>
            <a:custGeom>
              <a:avLst/>
              <a:gdLst/>
              <a:ahLst/>
              <a:cxnLst/>
              <a:rect r="r" b="b" t="t" l="l"/>
              <a:pathLst>
                <a:path h="38100" w="418465">
                  <a:moveTo>
                    <a:pt x="0" y="0"/>
                  </a:moveTo>
                  <a:lnTo>
                    <a:pt x="418465" y="381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63933" r="-3" b="-164100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358411" y="1835744"/>
            <a:ext cx="302400" cy="29156"/>
            <a:chOff x="0" y="0"/>
            <a:chExt cx="403200" cy="38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225" cy="38862"/>
            </a:xfrm>
            <a:custGeom>
              <a:avLst/>
              <a:gdLst/>
              <a:ahLst/>
              <a:cxnLst/>
              <a:rect r="r" b="b" t="t" l="l"/>
              <a:pathLst>
                <a:path h="38862" w="403225">
                  <a:moveTo>
                    <a:pt x="403225" y="0"/>
                  </a:moveTo>
                  <a:lnTo>
                    <a:pt x="0" y="38862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52144" r="6" b="-152176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10496" y="2758454"/>
            <a:ext cx="313858" cy="28623"/>
            <a:chOff x="0" y="0"/>
            <a:chExt cx="418478" cy="38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465" cy="38100"/>
            </a:xfrm>
            <a:custGeom>
              <a:avLst/>
              <a:gdLst/>
              <a:ahLst/>
              <a:cxnLst/>
              <a:rect r="r" b="b" t="t" l="l"/>
              <a:pathLst>
                <a:path h="38100" w="418465">
                  <a:moveTo>
                    <a:pt x="0" y="0"/>
                  </a:moveTo>
                  <a:lnTo>
                    <a:pt x="418465" y="381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163933" r="-3" b="-164100"/>
              </a:stretch>
            </a:blipFill>
            <a:ln w="28620" cap="sq">
              <a:solidFill>
                <a:srgbClr val="C9211E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3304" y="1892555"/>
            <a:ext cx="10540328" cy="7047412"/>
          </a:xfrm>
          <a:custGeom>
            <a:avLst/>
            <a:gdLst/>
            <a:ahLst/>
            <a:cxnLst/>
            <a:rect r="r" b="b" t="t" l="l"/>
            <a:pathLst>
              <a:path h="7047412" w="10540328">
                <a:moveTo>
                  <a:pt x="0" y="0"/>
                </a:moveTo>
                <a:lnTo>
                  <a:pt x="10540327" y="0"/>
                </a:lnTo>
                <a:lnTo>
                  <a:pt x="10540327" y="7047412"/>
                </a:lnTo>
                <a:lnTo>
                  <a:pt x="0" y="7047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32" t="0" r="-9432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08571" y="3009594"/>
            <a:ext cx="3519002" cy="388933"/>
            <a:chOff x="0" y="0"/>
            <a:chExt cx="1138320" cy="1258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8320" cy="125811"/>
            </a:xfrm>
            <a:custGeom>
              <a:avLst/>
              <a:gdLst/>
              <a:ahLst/>
              <a:cxnLst/>
              <a:rect r="r" b="b" t="t" l="l"/>
              <a:pathLst>
                <a:path h="125811" w="1138320">
                  <a:moveTo>
                    <a:pt x="46201" y="0"/>
                  </a:moveTo>
                  <a:lnTo>
                    <a:pt x="1092119" y="0"/>
                  </a:lnTo>
                  <a:cubicBezTo>
                    <a:pt x="1104372" y="0"/>
                    <a:pt x="1116123" y="4868"/>
                    <a:pt x="1124788" y="13532"/>
                  </a:cubicBezTo>
                  <a:cubicBezTo>
                    <a:pt x="1133452" y="22196"/>
                    <a:pt x="1138320" y="33948"/>
                    <a:pt x="1138320" y="46201"/>
                  </a:cubicBezTo>
                  <a:lnTo>
                    <a:pt x="1138320" y="79611"/>
                  </a:lnTo>
                  <a:cubicBezTo>
                    <a:pt x="1138320" y="105127"/>
                    <a:pt x="1117635" y="125811"/>
                    <a:pt x="1092119" y="125811"/>
                  </a:cubicBezTo>
                  <a:lnTo>
                    <a:pt x="46201" y="125811"/>
                  </a:lnTo>
                  <a:cubicBezTo>
                    <a:pt x="20685" y="125811"/>
                    <a:pt x="0" y="105127"/>
                    <a:pt x="0" y="79611"/>
                  </a:cubicBezTo>
                  <a:lnTo>
                    <a:pt x="0" y="46201"/>
                  </a:lnTo>
                  <a:cubicBezTo>
                    <a:pt x="0" y="20685"/>
                    <a:pt x="20685" y="0"/>
                    <a:pt x="46201" y="0"/>
                  </a:cubicBezTo>
                  <a:close/>
                </a:path>
              </a:pathLst>
            </a:custGeom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38320" cy="135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92476" y="3433066"/>
            <a:ext cx="3351192" cy="3152499"/>
            <a:chOff x="0" y="0"/>
            <a:chExt cx="1084037" cy="10197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4037" cy="1019764"/>
            </a:xfrm>
            <a:custGeom>
              <a:avLst/>
              <a:gdLst/>
              <a:ahLst/>
              <a:cxnLst/>
              <a:rect r="r" b="b" t="t" l="l"/>
              <a:pathLst>
                <a:path h="1019764" w="1084037">
                  <a:moveTo>
                    <a:pt x="48514" y="0"/>
                  </a:moveTo>
                  <a:lnTo>
                    <a:pt x="1035523" y="0"/>
                  </a:lnTo>
                  <a:cubicBezTo>
                    <a:pt x="1062316" y="0"/>
                    <a:pt x="1084037" y="21721"/>
                    <a:pt x="1084037" y="48514"/>
                  </a:cubicBezTo>
                  <a:lnTo>
                    <a:pt x="1084037" y="971250"/>
                  </a:lnTo>
                  <a:cubicBezTo>
                    <a:pt x="1084037" y="998043"/>
                    <a:pt x="1062316" y="1019764"/>
                    <a:pt x="1035523" y="1019764"/>
                  </a:cubicBezTo>
                  <a:lnTo>
                    <a:pt x="48514" y="1019764"/>
                  </a:lnTo>
                  <a:cubicBezTo>
                    <a:pt x="21721" y="1019764"/>
                    <a:pt x="0" y="998043"/>
                    <a:pt x="0" y="971250"/>
                  </a:cubicBezTo>
                  <a:lnTo>
                    <a:pt x="0" y="48514"/>
                  </a:lnTo>
                  <a:cubicBezTo>
                    <a:pt x="0" y="21721"/>
                    <a:pt x="21721" y="0"/>
                    <a:pt x="48514" y="0"/>
                  </a:cubicBezTo>
                  <a:close/>
                </a:path>
              </a:pathLst>
            </a:custGeom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84037" cy="1029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48360" y="7596100"/>
            <a:ext cx="899161" cy="416679"/>
            <a:chOff x="0" y="0"/>
            <a:chExt cx="290859" cy="1347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0859" cy="134786"/>
            </a:xfrm>
            <a:custGeom>
              <a:avLst/>
              <a:gdLst/>
              <a:ahLst/>
              <a:cxnLst/>
              <a:rect r="r" b="b" t="t" l="l"/>
              <a:pathLst>
                <a:path h="134786" w="290859">
                  <a:moveTo>
                    <a:pt x="67393" y="0"/>
                  </a:moveTo>
                  <a:lnTo>
                    <a:pt x="223466" y="0"/>
                  </a:lnTo>
                  <a:cubicBezTo>
                    <a:pt x="260686" y="0"/>
                    <a:pt x="290859" y="30173"/>
                    <a:pt x="290859" y="67393"/>
                  </a:cubicBezTo>
                  <a:lnTo>
                    <a:pt x="290859" y="67393"/>
                  </a:lnTo>
                  <a:cubicBezTo>
                    <a:pt x="290859" y="104613"/>
                    <a:pt x="260686" y="134786"/>
                    <a:pt x="223466" y="134786"/>
                  </a:cubicBezTo>
                  <a:lnTo>
                    <a:pt x="67393" y="134786"/>
                  </a:lnTo>
                  <a:cubicBezTo>
                    <a:pt x="30173" y="134786"/>
                    <a:pt x="0" y="104613"/>
                    <a:pt x="0" y="67393"/>
                  </a:cubicBezTo>
                  <a:lnTo>
                    <a:pt x="0" y="67393"/>
                  </a:lnTo>
                  <a:cubicBezTo>
                    <a:pt x="0" y="30173"/>
                    <a:pt x="30173" y="0"/>
                    <a:pt x="67393" y="0"/>
                  </a:cubicBezTo>
                  <a:close/>
                </a:path>
              </a:pathLst>
            </a:custGeom>
            <a:ln w="3810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90859" cy="144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027573" y="2960351"/>
            <a:ext cx="6319948" cy="2020023"/>
            <a:chOff x="0" y="0"/>
            <a:chExt cx="2044364" cy="6534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4364" cy="653433"/>
            </a:xfrm>
            <a:custGeom>
              <a:avLst/>
              <a:gdLst/>
              <a:ahLst/>
              <a:cxnLst/>
              <a:rect r="r" b="b" t="t" l="l"/>
              <a:pathLst>
                <a:path h="653433" w="2044364">
                  <a:moveTo>
                    <a:pt x="25725" y="0"/>
                  </a:moveTo>
                  <a:lnTo>
                    <a:pt x="2018639" y="0"/>
                  </a:lnTo>
                  <a:cubicBezTo>
                    <a:pt x="2025461" y="0"/>
                    <a:pt x="2032005" y="2710"/>
                    <a:pt x="2036829" y="7535"/>
                  </a:cubicBezTo>
                  <a:cubicBezTo>
                    <a:pt x="2041653" y="12359"/>
                    <a:pt x="2044364" y="18902"/>
                    <a:pt x="2044364" y="25725"/>
                  </a:cubicBezTo>
                  <a:lnTo>
                    <a:pt x="2044364" y="627708"/>
                  </a:lnTo>
                  <a:cubicBezTo>
                    <a:pt x="2044364" y="634531"/>
                    <a:pt x="2041653" y="641074"/>
                    <a:pt x="2036829" y="645898"/>
                  </a:cubicBezTo>
                  <a:cubicBezTo>
                    <a:pt x="2032005" y="650722"/>
                    <a:pt x="2025461" y="653433"/>
                    <a:pt x="2018639" y="653433"/>
                  </a:cubicBezTo>
                  <a:lnTo>
                    <a:pt x="25725" y="653433"/>
                  </a:lnTo>
                  <a:cubicBezTo>
                    <a:pt x="18902" y="653433"/>
                    <a:pt x="12359" y="650722"/>
                    <a:pt x="7535" y="645898"/>
                  </a:cubicBezTo>
                  <a:cubicBezTo>
                    <a:pt x="2710" y="641074"/>
                    <a:pt x="0" y="634531"/>
                    <a:pt x="0" y="627708"/>
                  </a:cubicBezTo>
                  <a:lnTo>
                    <a:pt x="0" y="25725"/>
                  </a:lnTo>
                  <a:cubicBezTo>
                    <a:pt x="0" y="18902"/>
                    <a:pt x="2710" y="12359"/>
                    <a:pt x="7535" y="7535"/>
                  </a:cubicBezTo>
                  <a:cubicBezTo>
                    <a:pt x="12359" y="2710"/>
                    <a:pt x="18902" y="0"/>
                    <a:pt x="25725" y="0"/>
                  </a:cubicBezTo>
                  <a:close/>
                </a:path>
              </a:pathLst>
            </a:custGeom>
            <a:ln w="3810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44364" cy="66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22086" y="1319712"/>
            <a:ext cx="7117457" cy="1176561"/>
            <a:chOff x="0" y="0"/>
            <a:chExt cx="1874557" cy="3098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74557" cy="309876"/>
            </a:xfrm>
            <a:custGeom>
              <a:avLst/>
              <a:gdLst/>
              <a:ahLst/>
              <a:cxnLst/>
              <a:rect r="r" b="b" t="t" l="l"/>
              <a:pathLst>
                <a:path h="309876" w="1874557">
                  <a:moveTo>
                    <a:pt x="22842" y="0"/>
                  </a:moveTo>
                  <a:lnTo>
                    <a:pt x="1851714" y="0"/>
                  </a:lnTo>
                  <a:cubicBezTo>
                    <a:pt x="1864330" y="0"/>
                    <a:pt x="1874557" y="10227"/>
                    <a:pt x="1874557" y="22842"/>
                  </a:cubicBezTo>
                  <a:lnTo>
                    <a:pt x="1874557" y="287034"/>
                  </a:lnTo>
                  <a:cubicBezTo>
                    <a:pt x="1874557" y="293092"/>
                    <a:pt x="1872150" y="298902"/>
                    <a:pt x="1867866" y="303186"/>
                  </a:cubicBezTo>
                  <a:cubicBezTo>
                    <a:pt x="1863583" y="307470"/>
                    <a:pt x="1857772" y="309876"/>
                    <a:pt x="1851714" y="309876"/>
                  </a:cubicBezTo>
                  <a:lnTo>
                    <a:pt x="22842" y="309876"/>
                  </a:lnTo>
                  <a:cubicBezTo>
                    <a:pt x="16784" y="309876"/>
                    <a:pt x="10974" y="307470"/>
                    <a:pt x="6690" y="303186"/>
                  </a:cubicBezTo>
                  <a:cubicBezTo>
                    <a:pt x="2407" y="298902"/>
                    <a:pt x="0" y="293092"/>
                    <a:pt x="0" y="287034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9211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874557" cy="31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Pesquisa de Produtos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Os produtos podem ser pesquisados atraves do nome do produto ou atraves da categoria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22086" y="2782023"/>
            <a:ext cx="7117457" cy="2278717"/>
            <a:chOff x="0" y="0"/>
            <a:chExt cx="1874557" cy="6001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74557" cy="600156"/>
            </a:xfrm>
            <a:custGeom>
              <a:avLst/>
              <a:gdLst/>
              <a:ahLst/>
              <a:cxnLst/>
              <a:rect r="r" b="b" t="t" l="l"/>
              <a:pathLst>
                <a:path h="600156" w="1874557">
                  <a:moveTo>
                    <a:pt x="22842" y="0"/>
                  </a:moveTo>
                  <a:lnTo>
                    <a:pt x="1851714" y="0"/>
                  </a:lnTo>
                  <a:cubicBezTo>
                    <a:pt x="1864330" y="0"/>
                    <a:pt x="1874557" y="10227"/>
                    <a:pt x="1874557" y="22842"/>
                  </a:cubicBezTo>
                  <a:lnTo>
                    <a:pt x="1874557" y="577313"/>
                  </a:lnTo>
                  <a:cubicBezTo>
                    <a:pt x="1874557" y="583372"/>
                    <a:pt x="1872150" y="589182"/>
                    <a:pt x="1867866" y="593466"/>
                  </a:cubicBezTo>
                  <a:cubicBezTo>
                    <a:pt x="1863583" y="597749"/>
                    <a:pt x="1857772" y="600156"/>
                    <a:pt x="1851714" y="600156"/>
                  </a:cubicBezTo>
                  <a:lnTo>
                    <a:pt x="22842" y="600156"/>
                  </a:lnTo>
                  <a:cubicBezTo>
                    <a:pt x="16784" y="600156"/>
                    <a:pt x="10974" y="597749"/>
                    <a:pt x="6690" y="593466"/>
                  </a:cubicBezTo>
                  <a:cubicBezTo>
                    <a:pt x="2407" y="589182"/>
                    <a:pt x="0" y="583372"/>
                    <a:pt x="0" y="577313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874557" cy="609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Exibição e seleção de produtos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Quando ouver alguma pesquisa, os produtos serão exibidos nesse campo</a:t>
              </a:r>
            </a:p>
            <a:p>
              <a:pPr algn="ctr">
                <a:lnSpc>
                  <a:spcPts val="2280"/>
                </a:lnSpc>
              </a:pPr>
            </a:p>
            <a:p>
              <a:pPr algn="l" marL="410211" indent="-205106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Ao selecionar um produto ele sera exibido na tabela ao lado </a:t>
              </a:r>
            </a:p>
            <a:p>
              <a:pPr algn="l" marL="410211" indent="-205106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Os produtos serão sempre pré carregados com a quantidade de 1 tanto para unidade quanto para kilo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99485" y="8939967"/>
            <a:ext cx="7140058" cy="849967"/>
            <a:chOff x="0" y="0"/>
            <a:chExt cx="1880509" cy="2238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80509" cy="223860"/>
            </a:xfrm>
            <a:custGeom>
              <a:avLst/>
              <a:gdLst/>
              <a:ahLst/>
              <a:cxnLst/>
              <a:rect r="r" b="b" t="t" l="l"/>
              <a:pathLst>
                <a:path h="223860" w="1880509">
                  <a:moveTo>
                    <a:pt x="22770" y="0"/>
                  </a:moveTo>
                  <a:lnTo>
                    <a:pt x="1857739" y="0"/>
                  </a:lnTo>
                  <a:cubicBezTo>
                    <a:pt x="1870315" y="0"/>
                    <a:pt x="1880509" y="10195"/>
                    <a:pt x="1880509" y="22770"/>
                  </a:cubicBezTo>
                  <a:lnTo>
                    <a:pt x="1880509" y="201089"/>
                  </a:lnTo>
                  <a:cubicBezTo>
                    <a:pt x="1880509" y="213665"/>
                    <a:pt x="1870315" y="223860"/>
                    <a:pt x="1857739" y="223860"/>
                  </a:cubicBezTo>
                  <a:lnTo>
                    <a:pt x="22770" y="223860"/>
                  </a:lnTo>
                  <a:cubicBezTo>
                    <a:pt x="10195" y="223860"/>
                    <a:pt x="0" y="213665"/>
                    <a:pt x="0" y="201089"/>
                  </a:cubicBezTo>
                  <a:lnTo>
                    <a:pt x="0" y="22770"/>
                  </a:lnTo>
                  <a:cubicBezTo>
                    <a:pt x="0" y="10195"/>
                    <a:pt x="10195" y="0"/>
                    <a:pt x="227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880509" cy="233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Adicionar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Carrega os dados dos produtos selecionados para o formulário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99485" y="5345273"/>
            <a:ext cx="7140058" cy="3310161"/>
            <a:chOff x="0" y="0"/>
            <a:chExt cx="1880509" cy="8718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80509" cy="871812"/>
            </a:xfrm>
            <a:custGeom>
              <a:avLst/>
              <a:gdLst/>
              <a:ahLst/>
              <a:cxnLst/>
              <a:rect r="r" b="b" t="t" l="l"/>
              <a:pathLst>
                <a:path h="871812" w="1880509">
                  <a:moveTo>
                    <a:pt x="22770" y="0"/>
                  </a:moveTo>
                  <a:lnTo>
                    <a:pt x="1857739" y="0"/>
                  </a:lnTo>
                  <a:cubicBezTo>
                    <a:pt x="1870315" y="0"/>
                    <a:pt x="1880509" y="10195"/>
                    <a:pt x="1880509" y="22770"/>
                  </a:cubicBezTo>
                  <a:lnTo>
                    <a:pt x="1880509" y="849042"/>
                  </a:lnTo>
                  <a:cubicBezTo>
                    <a:pt x="1880509" y="855081"/>
                    <a:pt x="1878110" y="860872"/>
                    <a:pt x="1873840" y="865143"/>
                  </a:cubicBezTo>
                  <a:cubicBezTo>
                    <a:pt x="1869570" y="869413"/>
                    <a:pt x="1863778" y="871812"/>
                    <a:pt x="1857739" y="871812"/>
                  </a:cubicBezTo>
                  <a:lnTo>
                    <a:pt x="22770" y="871812"/>
                  </a:lnTo>
                  <a:cubicBezTo>
                    <a:pt x="10195" y="871812"/>
                    <a:pt x="0" y="861617"/>
                    <a:pt x="0" y="849042"/>
                  </a:cubicBezTo>
                  <a:lnTo>
                    <a:pt x="0" y="22770"/>
                  </a:lnTo>
                  <a:cubicBezTo>
                    <a:pt x="0" y="10195"/>
                    <a:pt x="10195" y="0"/>
                    <a:pt x="227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880509" cy="881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Tabela de exibição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Exibe as informações dos produtos selecionados para o usuário</a:t>
              </a:r>
            </a:p>
            <a:p>
              <a:pPr algn="l">
                <a:lnSpc>
                  <a:spcPts val="2400"/>
                </a:lnSpc>
              </a:pP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Todos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Seleciona todos os itens 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Cancelar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Desmarca todos os itens selecionados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Confirmar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Remove os produtos selecionados</a:t>
              </a:r>
            </a:p>
            <a:p>
              <a:pPr algn="l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en-US" b="true" sz="2000" i="true">
                  <a:solidFill>
                    <a:srgbClr val="00000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Obs:</a:t>
              </a:r>
              <a:r>
                <a:rPr lang="en-US" sz="2000" i="true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É possivel selecionar os produtos manualmente clicando sobre ele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52041" y="222939"/>
            <a:ext cx="3279344" cy="662928"/>
            <a:chOff x="0" y="0"/>
            <a:chExt cx="863696" cy="1745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3696" cy="174598"/>
            </a:xfrm>
            <a:custGeom>
              <a:avLst/>
              <a:gdLst/>
              <a:ahLst/>
              <a:cxnLst/>
              <a:rect r="r" b="b" t="t" l="l"/>
              <a:pathLst>
                <a:path h="174598" w="863696">
                  <a:moveTo>
                    <a:pt x="40134" y="0"/>
                  </a:moveTo>
                  <a:lnTo>
                    <a:pt x="823562" y="0"/>
                  </a:lnTo>
                  <a:cubicBezTo>
                    <a:pt x="845727" y="0"/>
                    <a:pt x="863696" y="17969"/>
                    <a:pt x="863696" y="40134"/>
                  </a:cubicBezTo>
                  <a:lnTo>
                    <a:pt x="863696" y="134465"/>
                  </a:lnTo>
                  <a:cubicBezTo>
                    <a:pt x="863696" y="156630"/>
                    <a:pt x="845727" y="174598"/>
                    <a:pt x="823562" y="174598"/>
                  </a:cubicBezTo>
                  <a:lnTo>
                    <a:pt x="40134" y="174598"/>
                  </a:lnTo>
                  <a:cubicBezTo>
                    <a:pt x="29490" y="174598"/>
                    <a:pt x="19281" y="170370"/>
                    <a:pt x="11755" y="162844"/>
                  </a:cubicBezTo>
                  <a:cubicBezTo>
                    <a:pt x="4228" y="155317"/>
                    <a:pt x="0" y="145109"/>
                    <a:pt x="0" y="134465"/>
                  </a:cubicBezTo>
                  <a:lnTo>
                    <a:pt x="0" y="40134"/>
                  </a:lnTo>
                  <a:cubicBezTo>
                    <a:pt x="0" y="17969"/>
                    <a:pt x="17969" y="0"/>
                    <a:pt x="40134" y="0"/>
                  </a:cubicBezTo>
                  <a:close/>
                </a:path>
              </a:pathLst>
            </a:custGeom>
            <a:solidFill>
              <a:srgbClr val="203C1B"/>
            </a:solidFill>
            <a:ln w="9525" cap="sq">
              <a:solidFill>
                <a:srgbClr val="EEECE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63696" cy="18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69"/>
                </a:lnSpc>
              </a:pPr>
              <a:r>
                <a:rPr lang="en-US" sz="2474" spc="-2" b="true">
                  <a:solidFill>
                    <a:srgbClr val="FBFBF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Seleção de Produtos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4739"/>
            <a:ext cx="18580856" cy="10505704"/>
            <a:chOff x="0" y="0"/>
            <a:chExt cx="24774474" cy="14007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74525" cy="14007592"/>
            </a:xfrm>
            <a:custGeom>
              <a:avLst/>
              <a:gdLst/>
              <a:ahLst/>
              <a:cxnLst/>
              <a:rect r="r" b="b" t="t" l="l"/>
              <a:pathLst>
                <a:path h="14007592" w="24774525">
                  <a:moveTo>
                    <a:pt x="0" y="0"/>
                  </a:moveTo>
                  <a:lnTo>
                    <a:pt x="24774525" y="0"/>
                  </a:lnTo>
                  <a:lnTo>
                    <a:pt x="24774525" y="14007592"/>
                  </a:lnTo>
                  <a:lnTo>
                    <a:pt x="0" y="14007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0" b="-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DAHPkexy9dc</dc:identifier>
  <dcterms:modified xsi:type="dcterms:W3CDTF">2011-08-01T06:04:30Z</dcterms:modified>
  <cp:revision>1</cp:revision>
  <dc:title>Modelos de apreentação.pptx</dc:title>
</cp:coreProperties>
</file>